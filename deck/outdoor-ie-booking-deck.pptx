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Proposal from Loggdin to The Outdoor Scene (outdoor.ie) for a drop-in booking calendar on their WordPress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Problems: high-intent customers can't self-serve a time, manual scheduling loses warm leads, nothing auto-lands in the diary.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Sharpest pain: highest-intent moment has the longest, most manual path. Live slots close it in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Three-step magic: see availability, pick a slot, confirmed with invites. Nothing installed on WordPress.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Paste one block, customer books, booking lands in inbox + calendar. Cal.com is the managed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Framed on value: live slots, invites, reminders, self-serve reschedule, no staff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Investment slide. Figures are placeholders — confirm against the quote document and fill in real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Value: captures leads round the clock, removes staff scheduling, uses existing WordPress, reduces lost enquiries.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Phased rollout: preview, Cal.com setup, go live with button, expand to other services, review insights.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GTM on their own site: button at intent, intercept not interrupt, keep the form, promote in follow-ups.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ask: WordPress admin, a Cal.com account (or we make one), the bookings email, and their go-ahead.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From zero to logged. Reclaim the warm lead and the scheduling time. Contact Loggdin.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22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6513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22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8229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LOGGDIN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DUBLIN · PERGOLA CONSULTATIONS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for outdoor.ie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822960" y="42519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drop-in consultation calendar, built and managed by Loggdin.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PROPOSAL — V1  · 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enquiry gap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consultation still starts with a form, a phone call, or an email. The people most ready to buy are the ones who get stuck.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383280" cy="2697480"/>
          </a:xfrm>
          <a:prstGeom prst="roundRect">
            <a:avLst>
              <a:gd name="adj" fmla="val 3051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306324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36576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Decided customers hit a wall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42976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ready to buy a pergola wants a time — not a contact form that goes nowhere at 9pm.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17720" y="2743200"/>
            <a:ext cx="3383280" cy="2697480"/>
          </a:xfrm>
          <a:prstGeom prst="roundRect">
            <a:avLst>
              <a:gd name="adj" fmla="val 3051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0" y="306324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6576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Back-and-forth loses the lead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42976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and email tag over several days cools a warm intent into a maybe.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412480" y="2743200"/>
            <a:ext cx="3383280" cy="2697480"/>
          </a:xfrm>
          <a:prstGeom prst="roundRect">
            <a:avLst>
              <a:gd name="adj" fmla="val 3051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32520" y="306324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17" name="Text 15"/>
          <p:cNvSpPr/>
          <p:nvPr/>
        </p:nvSpPr>
        <p:spPr>
          <a:xfrm>
            <a:off x="873252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32520" y="36576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lands in your diary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732520" y="42976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automatic calendar entry, invite, or reminder. The team schedules by hand.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5806440"/>
            <a:ext cx="10543032" cy="502920"/>
          </a:xfrm>
          <a:prstGeom prst="rect">
            <a:avLst/>
          </a:prstGeom>
          <a:solidFill>
            <a:srgbClr val="13201B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580644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bookings today — every consult is still manual.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WEDGE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intent is highest,</a:t>
            </a:r>
            <a:endParaRPr lang="en-US" sz="33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is longest.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10543032" cy="1325880"/>
          </a:xfrm>
          <a:prstGeom prst="roundRect">
            <a:avLst>
              <a:gd name="adj" fmla="val 6207"/>
            </a:avLst>
          </a:prstGeom>
          <a:solidFill>
            <a:srgbClr val="16201C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69748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customer is on your pergola page at 9pm and wants Friday 2pm. The form can't give them that. So they leave — and they don't come back.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3383280" cy="1783080"/>
          </a:xfrm>
          <a:prstGeom prst="roundRect">
            <a:avLst>
              <a:gd name="adj" fmla="val 4615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143000" y="489204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decides → phones next day → may forget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4160520"/>
            <a:ext cx="3383280" cy="1783080"/>
          </a:xfrm>
          <a:prstGeom prst="roundRect">
            <a:avLst>
              <a:gd name="adj" fmla="val 4615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CONTACT FORM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0" y="489204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 an email → waits for a human to reply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412480" y="4160520"/>
            <a:ext cx="3383280" cy="1783080"/>
          </a:xfrm>
          <a:prstGeom prst="roundRect">
            <a:avLst>
              <a:gd name="adj" fmla="val 4615"/>
            </a:avLst>
          </a:prstGeom>
          <a:solidFill>
            <a:srgbClr val="16513C"/>
          </a:solidFill>
          <a:ln/>
        </p:spPr>
      </p:sp>
      <p:sp>
        <p:nvSpPr>
          <p:cNvPr id="13" name="Text 11"/>
          <p:cNvSpPr/>
          <p:nvPr/>
        </p:nvSpPr>
        <p:spPr>
          <a:xfrm>
            <a:off x="873252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THIS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732520" y="489204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Picks a live slot → confirmed in 30 seconds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booking calendar on your site.</a:t>
            </a:r>
            <a:endParaRPr lang="en-US" sz="3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install.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97480"/>
            <a:ext cx="3383280" cy="2331720"/>
          </a:xfrm>
          <a:prstGeom prst="roundRect">
            <a:avLst>
              <a:gd name="adj" fmla="val 3529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97180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43000" y="3657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availability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41148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real opening hours, days off and buffers — shown live.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06240" y="3566160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A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617720" y="2697480"/>
            <a:ext cx="3383280" cy="2331720"/>
          </a:xfrm>
          <a:prstGeom prst="roundRect">
            <a:avLst>
              <a:gd name="adj" fmla="val 3529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97180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937760" y="3657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slot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37760" y="41148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chooses a time and adds their details in one go.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001000" y="3566160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A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12480" y="2697480"/>
            <a:ext cx="3383280" cy="2331720"/>
          </a:xfrm>
          <a:prstGeom prst="roundRect">
            <a:avLst>
              <a:gd name="adj" fmla="val 3529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97180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732520" y="3657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32520" y="41148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get a confirmation + calendar invite. So do you.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FA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plugin. No theme change. No new login for your team.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code block. Three moving parts.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3383280" cy="2926080"/>
          </a:xfrm>
          <a:prstGeom prst="roundRect">
            <a:avLst>
              <a:gd name="adj" fmla="val 2813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514600"/>
            <a:ext cx="3383280" cy="109728"/>
          </a:xfrm>
          <a:prstGeom prst="rect">
            <a:avLst/>
          </a:prstGeom>
          <a:solidFill>
            <a:srgbClr val="16513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8346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We drop it in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43000" y="356616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config-driven block goes on a new WordPress page. Edit four values — that's the only code touch.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17720" y="2514600"/>
            <a:ext cx="3383280" cy="2926080"/>
          </a:xfrm>
          <a:prstGeom prst="roundRect">
            <a:avLst>
              <a:gd name="adj" fmla="val 2813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2514600"/>
            <a:ext cx="3383280" cy="109728"/>
          </a:xfrm>
          <a:prstGeom prst="rect">
            <a:avLst/>
          </a:prstGeom>
          <a:solidFill>
            <a:srgbClr val="16513C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28346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Customer books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937760" y="356616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open the page, see live slots, and book with their email. Reschedule or cancel any time from the email.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412480" y="2514600"/>
            <a:ext cx="3383280" cy="2926080"/>
          </a:xfrm>
          <a:prstGeom prst="roundRect">
            <a:avLst>
              <a:gd name="adj" fmla="val 2813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2514600"/>
            <a:ext cx="3383280" cy="109728"/>
          </a:xfrm>
          <a:prstGeom prst="rect">
            <a:avLst/>
          </a:prstGeom>
          <a:solidFill>
            <a:srgbClr val="16513C"/>
          </a:solidFill>
          <a:ln/>
        </p:spPr>
      </p:sp>
      <p:sp>
        <p:nvSpPr>
          <p:cNvPr id="14" name="Text 12"/>
          <p:cNvSpPr/>
          <p:nvPr/>
        </p:nvSpPr>
        <p:spPr>
          <a:xfrm>
            <a:off x="8732520" y="28346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Booking lands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732520" y="356616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booking copies sales@outdoor.ie and drops into the team calendar. No one logs in to check.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runs on Cal.com — availability, invites and reminders are managed there, not in your site.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BETTER, NOT JUST DIFFERENT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keep the contact form?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0543032" cy="566928"/>
          </a:xfrm>
          <a:prstGeom prst="rect">
            <a:avLst/>
          </a:prstGeom>
          <a:solidFill>
            <a:srgbClr val="13201B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103120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09360" y="210312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C9D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CONTACT FORM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988552" y="2103120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LOGGDIN BOOKING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2670048"/>
            <a:ext cx="105430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670048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live time slots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2670048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988552" y="2670048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3236976"/>
            <a:ext cx="10543032" cy="566928"/>
          </a:xfrm>
          <a:prstGeom prst="rect">
            <a:avLst/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236976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invite sent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3236976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988552" y="3236976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2960" y="3803904"/>
            <a:ext cx="105430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803904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day-before reminder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3803904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88552" y="3803904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2960" y="4370832"/>
            <a:ext cx="10543032" cy="566928"/>
          </a:xfrm>
          <a:prstGeom prst="rect">
            <a:avLst/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4370832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reschedules themselves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09360" y="437083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988552" y="4370832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22960" y="4937760"/>
            <a:ext cx="1054303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4937760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staff login to check bookings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09360" y="49377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988552" y="4937760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INVESTMENT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costs outdoor.ie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once, then managed by Loggdin. Specific figures confirmed in the accompanying quote.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3429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3000" y="402336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build the page, wire up the Cal.com calendar, availability and branding.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17720" y="274320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ONGOING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3429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937760" y="402336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manage the calendar, handle changes to hours/holidays, and keep the embed working.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0" y="274320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325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32520" y="3429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32520" y="402336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Reminders, reschedule/cancel links, calendar invites, and the sales@ copy.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GET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to outdoor.ie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278892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37360" y="27432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capture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37360" y="324612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leads book themselves, even outside office hours.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246888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0" y="278892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7432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scheduling time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69480" y="324612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one manually arranges or chases consultations.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448056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43000" y="480060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37360" y="4754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what you have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37360" y="525780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on your existing WordPress site. No new platform.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448056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75120" y="4800600"/>
            <a:ext cx="457200" cy="4572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21" name="Text 19"/>
          <p:cNvSpPr/>
          <p:nvPr/>
        </p:nvSpPr>
        <p:spPr>
          <a:xfrm>
            <a:off x="6675120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69480" y="4754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lost enquiries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69480" y="525780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next step on the page instead of a dead end.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preview to live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234440" y="3794760"/>
            <a:ext cx="9692640" cy="0"/>
          </a:xfrm>
          <a:prstGeom prst="line">
            <a:avLst/>
          </a:prstGeom>
          <a:noFill/>
          <a:ln w="25400">
            <a:solidFill>
              <a:srgbClr val="E2E4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3520440"/>
            <a:ext cx="548640" cy="548640"/>
          </a:xfrm>
          <a:prstGeom prst="ellipse">
            <a:avLst/>
          </a:prstGeom>
          <a:solidFill>
            <a:srgbClr val="1651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520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860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" y="274320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on a draft page, no one sees it yet.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3520440"/>
            <a:ext cx="548640" cy="548640"/>
          </a:xfrm>
          <a:prstGeom prst="ellipse">
            <a:avLst/>
          </a:prstGeom>
          <a:solidFill>
            <a:srgbClr val="1651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3520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42519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Cal.com setup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14600" y="461772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event type, availability and branding.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06440" y="3520440"/>
            <a:ext cx="548640" cy="548640"/>
          </a:xfrm>
          <a:prstGeom prst="ellipse">
            <a:avLst/>
          </a:prstGeom>
          <a:solidFill>
            <a:srgbClr val="1651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06440" y="3520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7492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live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37760" y="274320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+ add the 'Book a consultation' button.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0" y="3520440"/>
            <a:ext cx="548640" cy="548640"/>
          </a:xfrm>
          <a:prstGeom prst="ellipse">
            <a:avLst/>
          </a:prstGeom>
          <a:solidFill>
            <a:srgbClr val="1651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3520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98080" y="42519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60920" y="461772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booking to other services you offer.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652760" y="3520440"/>
            <a:ext cx="548640" cy="548640"/>
          </a:xfrm>
          <a:prstGeom prst="ellipse">
            <a:avLst/>
          </a:prstGeom>
          <a:solidFill>
            <a:srgbClr val="1651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52760" y="3520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92124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784080" y="274320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booking patterns and busy periods.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651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 TO MARKET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Catching customers at intent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2788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 on pergola pages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88720" y="329184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'Book a free consultation' sits where the decision is made.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251460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788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Intercept, don't interrupt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720840" y="329184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a time to people already interested — not a cold ask.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452628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8006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enquiry form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88720" y="530352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still go to the form; bookings go to the calendar.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55080" y="4526280"/>
            <a:ext cx="5120640" cy="1737360"/>
          </a:xfrm>
          <a:prstGeom prst="roundRect">
            <a:avLst>
              <a:gd name="adj" fmla="val 4737"/>
            </a:avLst>
          </a:prstGeom>
          <a:solidFill>
            <a:srgbClr val="F4F6F4"/>
          </a:solidFill>
          <a:ln w="12700">
            <a:solidFill>
              <a:srgbClr val="E2E4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48006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51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 in follow-ups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720840" y="530352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the booking link in quotes and after-visit emails.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ASK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to 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2514600" cy="2788920"/>
          </a:xfrm>
          <a:prstGeom prst="roundRect">
            <a:avLst>
              <a:gd name="adj" fmla="val 3273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880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7280" y="36118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admin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429768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add a page and paste the block.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03320" y="2606040"/>
            <a:ext cx="2514600" cy="2788920"/>
          </a:xfrm>
          <a:prstGeom prst="roundRect">
            <a:avLst>
              <a:gd name="adj" fmla="val 3273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2880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977640" y="36118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Cal.com account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977640" y="429768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we create one and hand over the keys.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0" y="2606040"/>
            <a:ext cx="2514600" cy="2788920"/>
          </a:xfrm>
          <a:prstGeom prst="roundRect">
            <a:avLst>
              <a:gd name="adj" fmla="val 3273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2880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0" y="36118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Bookings email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429768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sales@outdoor.ie — copied on every booking.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464040" y="2606040"/>
            <a:ext cx="2514600" cy="2788920"/>
          </a:xfrm>
          <a:prstGeom prst="roundRect">
            <a:avLst>
              <a:gd name="adj" fmla="val 3273"/>
            </a:avLst>
          </a:prstGeom>
          <a:solidFill>
            <a:srgbClr val="22302A"/>
          </a:solidFill>
          <a:ln w="12700">
            <a:solidFill>
              <a:srgbClr val="3647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38360" y="2880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A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738360" y="361188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738360" y="429768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9D4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page and we build, test and launch.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51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1463040"/>
            <a:ext cx="4206240" cy="4206240"/>
          </a:xfrm>
          <a:prstGeom prst="ellipse">
            <a:avLst/>
          </a:prstGeom>
          <a:solidFill>
            <a:srgbClr val="1C6347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651760"/>
            <a:ext cx="1828800" cy="1828800"/>
          </a:xfrm>
          <a:prstGeom prst="ellipse">
            <a:avLst/>
          </a:prstGeom>
          <a:solidFill>
            <a:srgbClr val="16513C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0" y="265176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zero to logged.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47472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DCED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booking calendar that captures the customers who've already decided — and gets them in your diary without the back-and-forth.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hello@loggdin.com   ·   loggdin.com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Loggdin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Booking for outdoor.ie — Loggdin proposal</dc:title>
  <dc:subject>PptxGenJS Presentation</dc:subject>
  <dc:creator>Loggdin</dc:creator>
  <cp:lastModifiedBy>Loggdin</cp:lastModifiedBy>
  <cp:revision>1</cp:revision>
  <dcterms:created xsi:type="dcterms:W3CDTF">2026-08-22T23:44:06Z</dcterms:created>
  <dcterms:modified xsi:type="dcterms:W3CDTF">2026-08-22T23:44:06Z</dcterms:modified>
</cp:coreProperties>
</file>